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/>
            </a:pPr>
            <a:r>
              <a:t>Autonomous Scientific</a:t>
            </a:r>
          </a:p>
          <a:p>
            <a:r>
              <a:t>Hypothesis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LLM-driven Research Synthesis</a:t>
            </a:r>
          </a:p>
          <a:p/>
          <a:p>
            <a:r>
              <a:t>Presented by: [Your Name]</a:t>
            </a:r>
          </a:p>
          <a:p>
            <a:r>
              <a:t>Guided by: [Sir's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The 'Knowledge Bottleneck': Millions of papers published annually.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Physical impossibility for humans to track every research gap.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AI assistant bridges existing data and new breakthroughs.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Transform static literature into testable hypotheses.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Manual literature review is time-intensive (weeks to months).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High probability of human oversight in semantic connections.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Research directions chosen by intuition rather than metrics.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Scalability Crisis: Processing multi-domain datasets in real-time.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AI-Powered Workflow: Leveraging Llama-3.3 and Gemini 2.5.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Automated Gap Discovery: Finding unexplored technical areas.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Objective Metrics: Scientific Impact and Feasibility scores.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Real-time Visualization: Priority Matrix for experimental planning.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Frontend: React.js (Vite) for a high-performance animated SPA.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Backend: FastAPI (Python) for asynchronous AI handling.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Inference Engine: Groq LPU for sub-second speed.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Data Pipeline: PDF -&gt; Text -&gt; LLM Synthesis -&gt; JSON.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Languages: Python 3.12, JavaScript, Tailwind CSS v4.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Libraries: Framer Motion, Recharts, PyPDF.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AI Models: Meta Llama-3.3-70B via Groq API.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Deployment: Render Cloud Platform.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Phase 1: Raw text extraction from multi-page PDFs.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Phase 2: Semantic comprehension of research methodology.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Phase 3: Cross-referencing against scientific knowledge bases.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Phase 4: Algorithmic ranking of discovery potential.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Hardware: Intel i5+, 8GB RAM, SSD Storage.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Software: Windows 10/11, VS Code, Node.js, Python 3.10.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Connectivity: High-speed internet for API inference.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Security: Environment Variable (.env) encryption.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Conclusion: 90% reduction in literature review time.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Future Scope: RAG (Retrieval Augmented Generation) for live data.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Collaboration: Multi-user research workspaces.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</a:defRPr>
            </a:pPr>
            <a:r>
              <a:t>Final Goal: Transitioning from raw data to global breakthroughs.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Contact: [Your 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